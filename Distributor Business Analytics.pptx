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3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1EA4-0556-440E-9918-E7FBE681470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237E-2290-404D-B359-6BD8E3E2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7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1EA4-0556-440E-9918-E7FBE681470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237E-2290-404D-B359-6BD8E3E2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40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1EA4-0556-440E-9918-E7FBE681470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237E-2290-404D-B359-6BD8E3E2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87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1EA4-0556-440E-9918-E7FBE681470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237E-2290-404D-B359-6BD8E3E2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7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1EA4-0556-440E-9918-E7FBE681470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237E-2290-404D-B359-6BD8E3E2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596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1EA4-0556-440E-9918-E7FBE681470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237E-2290-404D-B359-6BD8E3E2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09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1EA4-0556-440E-9918-E7FBE681470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237E-2290-404D-B359-6BD8E3E2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12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1EA4-0556-440E-9918-E7FBE681470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237E-2290-404D-B359-6BD8E3E2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94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1EA4-0556-440E-9918-E7FBE681470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237E-2290-404D-B359-6BD8E3E2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50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1EA4-0556-440E-9918-E7FBE681470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237E-2290-404D-B359-6BD8E3E2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22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1EA4-0556-440E-9918-E7FBE681470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237E-2290-404D-B359-6BD8E3E2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7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81EA4-0556-440E-9918-E7FBE681470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7237E-2290-404D-B359-6BD8E3E2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611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pal21236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3MXW7ivCpToaG4DmTQRAO6tXRgWWEBEp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Distributor Business Analytics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Github:</a:t>
            </a:r>
            <a:r>
              <a:rPr lang="en-US" dirty="0">
                <a:solidFill>
                  <a:srgbClr val="0D0D0D"/>
                </a:solidFill>
                <a:latin typeface="CIDFont+F1"/>
                <a:hlinkClick r:id="rId3"/>
              </a:rPr>
              <a:t>https://github.com/Gopal21236/</a:t>
            </a:r>
            <a:endParaRPr lang="en-US" dirty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64264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https://colab.research.google.com/drive/13MXW7ivCpToaG4DmTQRAO6tXRgWWEBEp?usp=sharing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25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Mutual fund distributors play a critical role in asset mobilization, client acquisition, and long-term wealth creation. Evaluating distributor performance using data analytics enables asset management companies and advisory firms to identify top performers, optimize commission structures, and design growth strategies.</a:t>
            </a:r>
          </a:p>
          <a:p>
            <a:r>
              <a:rPr lang="en-US" dirty="0" smtClean="0"/>
              <a:t>This project focuses on </a:t>
            </a:r>
            <a:r>
              <a:rPr lang="en-US" b="1" dirty="0" smtClean="0"/>
              <a:t>Distributor Business Analytics</a:t>
            </a:r>
            <a:r>
              <a:rPr lang="en-US" dirty="0" smtClean="0"/>
              <a:t>, leveraging Python to analyze Assets Under Management (AUM), asset-class distribution, and business productivity using advanced visualizations.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53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Objectives of the Project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key objectives of this project are:</a:t>
            </a:r>
          </a:p>
          <a:p>
            <a:r>
              <a:rPr lang="en-US" dirty="0" smtClean="0"/>
              <a:t>To analyze distributor-wise Assets Under Management (AUM)</a:t>
            </a:r>
          </a:p>
          <a:p>
            <a:r>
              <a:rPr lang="en-US" dirty="0" smtClean="0"/>
              <a:t>To study AUM distribution patterns across distributors</a:t>
            </a:r>
          </a:p>
          <a:p>
            <a:r>
              <a:rPr lang="en-US" dirty="0" smtClean="0"/>
              <a:t>To evaluate business concentration and diversification</a:t>
            </a:r>
          </a:p>
          <a:p>
            <a:r>
              <a:rPr lang="en-US" dirty="0" smtClean="0"/>
              <a:t>To visualize performance using analytical charts</a:t>
            </a:r>
          </a:p>
          <a:p>
            <a:r>
              <a:rPr lang="en-US" dirty="0" smtClean="0"/>
              <a:t>To support strategic distributor management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96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Dataset Description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dataset is simulated to represent real-world distributor business data. It includes:</a:t>
            </a:r>
          </a:p>
          <a:p>
            <a:r>
              <a:rPr lang="en-US" dirty="0" smtClean="0"/>
              <a:t>Distributor Name</a:t>
            </a:r>
          </a:p>
          <a:p>
            <a:r>
              <a:rPr lang="en-US" dirty="0" smtClean="0"/>
              <a:t>Equity AUM (₹ Lakhs)</a:t>
            </a:r>
          </a:p>
          <a:p>
            <a:r>
              <a:rPr lang="en-US" dirty="0" smtClean="0"/>
              <a:t>Debt AUM (₹ Lakhs)</a:t>
            </a:r>
          </a:p>
          <a:p>
            <a:r>
              <a:rPr lang="en-US" dirty="0" smtClean="0"/>
              <a:t>Hybrid AUM (₹ Lakhs)</a:t>
            </a:r>
          </a:p>
          <a:p>
            <a:r>
              <a:rPr lang="en-US" dirty="0" smtClean="0"/>
              <a:t>Other Asset AUM (₹ Lakhs)</a:t>
            </a:r>
          </a:p>
          <a:p>
            <a:r>
              <a:rPr lang="en-US" dirty="0" smtClean="0"/>
              <a:t>The combined AUM reflects the overall business volume handled by each distributor.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6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Business Metrics Analyzed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following business indicators are evaluated:</a:t>
            </a:r>
          </a:p>
          <a:p>
            <a:r>
              <a:rPr lang="en-US" b="1" dirty="0" smtClean="0"/>
              <a:t>Total AUM</a:t>
            </a:r>
            <a:r>
              <a:rPr lang="en-US" dirty="0" smtClean="0"/>
              <a:t> – Scale of distributor business</a:t>
            </a:r>
          </a:p>
          <a:p>
            <a:r>
              <a:rPr lang="en-US" b="1" dirty="0" smtClean="0"/>
              <a:t>Asset-Class Mix</a:t>
            </a:r>
            <a:r>
              <a:rPr lang="en-US" dirty="0" smtClean="0"/>
              <a:t> – Equity, Debt, Hybrid, and Other products</a:t>
            </a:r>
          </a:p>
          <a:p>
            <a:r>
              <a:rPr lang="en-US" b="1" dirty="0" smtClean="0"/>
              <a:t>Diversification Level</a:t>
            </a:r>
            <a:r>
              <a:rPr lang="en-US" dirty="0" smtClean="0"/>
              <a:t> – Risk concentration assessment</a:t>
            </a:r>
          </a:p>
          <a:p>
            <a:r>
              <a:rPr lang="en-US" b="1" dirty="0" smtClean="0"/>
              <a:t>Performance Segmentation</a:t>
            </a:r>
            <a:r>
              <a:rPr lang="en-US" dirty="0" smtClean="0"/>
              <a:t> – High, medium, and low performers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34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Role of Visualization in Distributor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Visualization converts complex numerical data into intuitive business insights. Charts allow stakeholders to:</a:t>
            </a:r>
          </a:p>
          <a:p>
            <a:r>
              <a:rPr lang="en-US" dirty="0"/>
              <a:t>Compare distributors quickly</a:t>
            </a:r>
          </a:p>
          <a:p>
            <a:r>
              <a:rPr lang="en-US" dirty="0"/>
              <a:t>Identify growth and risk patterns</a:t>
            </a:r>
          </a:p>
          <a:p>
            <a:r>
              <a:rPr lang="en-US" dirty="0"/>
              <a:t>Monitor business concentration</a:t>
            </a:r>
          </a:p>
          <a:p>
            <a:r>
              <a:rPr lang="en-US" dirty="0"/>
              <a:t>Make data-driven strategic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76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7443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523" y="1921030"/>
            <a:ext cx="5266954" cy="4160528"/>
          </a:xfrm>
        </p:spPr>
      </p:pic>
    </p:spTree>
    <p:extLst>
      <p:ext uri="{BB962C8B-B14F-4D97-AF65-F5344CB8AC3E}">
        <p14:creationId xmlns:p14="http://schemas.microsoft.com/office/powerpoint/2010/main" val="151959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Visualizations and Analytical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6.1 Histogram – Distributor AUM Distribution</a:t>
            </a:r>
          </a:p>
          <a:p>
            <a:r>
              <a:rPr lang="en-US" b="1" dirty="0"/>
              <a:t>Purpose: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To analyze how distributors are distributed across different AUM ranges.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r>
              <a:rPr lang="en-US" dirty="0"/>
              <a:t>Majority of distributors fall in the </a:t>
            </a:r>
            <a:r>
              <a:rPr lang="en-US" b="1" dirty="0"/>
              <a:t>mid-AUM range</a:t>
            </a:r>
            <a:endParaRPr lang="en-US" dirty="0"/>
          </a:p>
          <a:p>
            <a:r>
              <a:rPr lang="en-US" dirty="0"/>
              <a:t>Few distributors manage very high AUM, indicating elite performers</a:t>
            </a:r>
          </a:p>
          <a:p>
            <a:r>
              <a:rPr lang="en-US" dirty="0"/>
              <a:t>Helps identify underperforming segments</a:t>
            </a:r>
          </a:p>
          <a:p>
            <a:r>
              <a:rPr lang="en-US" b="1" dirty="0"/>
              <a:t>Business Value: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Supports benchmarking and targeted distributor development programs.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95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234" y="1921030"/>
            <a:ext cx="5303531" cy="4160528"/>
          </a:xfrm>
        </p:spPr>
      </p:pic>
    </p:spTree>
    <p:extLst>
      <p:ext uri="{BB962C8B-B14F-4D97-AF65-F5344CB8AC3E}">
        <p14:creationId xmlns:p14="http://schemas.microsoft.com/office/powerpoint/2010/main" val="121067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Visualizations and Analytical Interpretation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6.2 Bar Chart – Distributor AUM Comparison</a:t>
            </a:r>
          </a:p>
          <a:p>
            <a:r>
              <a:rPr lang="en-US" b="1" dirty="0"/>
              <a:t>Purpose: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To compare total AUM across distributors.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r>
              <a:rPr lang="en-US" dirty="0"/>
              <a:t>Highlights top and bottom performers clearly</a:t>
            </a:r>
          </a:p>
          <a:p>
            <a:r>
              <a:rPr lang="en-US" dirty="0"/>
              <a:t>Makes performance gaps visually obvious</a:t>
            </a:r>
          </a:p>
          <a:p>
            <a:r>
              <a:rPr lang="en-US" b="1" dirty="0"/>
              <a:t>Business Value: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Useful for commission planning, incentive allocation, and performance reviews.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24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234" y="1921030"/>
            <a:ext cx="5303531" cy="4160528"/>
          </a:xfrm>
        </p:spPr>
      </p:pic>
    </p:spTree>
    <p:extLst>
      <p:ext uri="{BB962C8B-B14F-4D97-AF65-F5344CB8AC3E}">
        <p14:creationId xmlns:p14="http://schemas.microsoft.com/office/powerpoint/2010/main" val="355623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Visualizations and Analytical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6.3 Stacked Bar Chart – AUM by Asset Class</a:t>
            </a:r>
          </a:p>
          <a:p>
            <a:r>
              <a:rPr lang="en-US" b="1" dirty="0"/>
              <a:t>Purpose: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To visualize distributor-wise asset-class diversification.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r>
              <a:rPr lang="en-US" dirty="0"/>
              <a:t>Equity-heavy distributors may carry higher risk exposure</a:t>
            </a:r>
          </a:p>
          <a:p>
            <a:r>
              <a:rPr lang="en-US" dirty="0"/>
              <a:t>Balanced asset mix reflects stable business quality</a:t>
            </a:r>
          </a:p>
          <a:p>
            <a:r>
              <a:rPr lang="en-US" dirty="0"/>
              <a:t>Helps assess distributor product strategy</a:t>
            </a:r>
          </a:p>
          <a:p>
            <a:r>
              <a:rPr lang="en-US" b="1" dirty="0"/>
              <a:t>Business Value: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Supports diversification assessment and cross-selling opportunities.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81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062" y="1921030"/>
            <a:ext cx="5769875" cy="4160528"/>
          </a:xfrm>
        </p:spPr>
      </p:pic>
    </p:spTree>
    <p:extLst>
      <p:ext uri="{BB962C8B-B14F-4D97-AF65-F5344CB8AC3E}">
        <p14:creationId xmlns:p14="http://schemas.microsoft.com/office/powerpoint/2010/main" val="179434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Visualizations and Analytical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6.4 Combined Stacked Bar Chart – Distributor Business Overview</a:t>
            </a:r>
          </a:p>
          <a:p>
            <a:r>
              <a:rPr lang="en-US" b="1" dirty="0"/>
              <a:t>Purpose: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To provide a consolidated view of total AUM and asset-class composition.</a:t>
            </a:r>
          </a:p>
          <a:p>
            <a:r>
              <a:rPr lang="en-US" b="1" dirty="0"/>
              <a:t>Structure:</a:t>
            </a:r>
            <a:endParaRPr lang="en-US" dirty="0"/>
          </a:p>
          <a:p>
            <a:r>
              <a:rPr lang="en-US" dirty="0"/>
              <a:t>X-axis: Distributors</a:t>
            </a:r>
          </a:p>
          <a:p>
            <a:r>
              <a:rPr lang="en-US" dirty="0"/>
              <a:t>Y-axis: Total AUM (₹ Lakhs)</a:t>
            </a:r>
          </a:p>
          <a:p>
            <a:r>
              <a:rPr lang="en-US" dirty="0"/>
              <a:t>Stacks: Equity, Debt, Hybrid, Other</a:t>
            </a:r>
          </a:p>
          <a:p>
            <a:r>
              <a:rPr lang="en-US" b="1" dirty="0"/>
              <a:t>Key Observations:</a:t>
            </a:r>
            <a:endParaRPr lang="en-US" dirty="0"/>
          </a:p>
          <a:p>
            <a:r>
              <a:rPr lang="en-US" dirty="0"/>
              <a:t>Distributor C dominates total AUM with strong equity exposure</a:t>
            </a:r>
          </a:p>
          <a:p>
            <a:r>
              <a:rPr lang="en-US" dirty="0"/>
              <a:t>Distributor A maintains balanced diversification</a:t>
            </a:r>
          </a:p>
          <a:p>
            <a:r>
              <a:rPr lang="en-US" dirty="0"/>
              <a:t>Distributor B shows lower scale, indicating growth potential</a:t>
            </a:r>
          </a:p>
          <a:p>
            <a:r>
              <a:rPr lang="en-US" dirty="0"/>
              <a:t>Distributor D reflects moderate and stable business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03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88931" y="1690688"/>
            <a:ext cx="813376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High-AUM distributors are critical revenue drivers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Asset-class concentration highlights potential risk exposure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Balanced portfolios indicate long-term sustainability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Mid-tier distributors present the strongest growth opportunity</a:t>
            </a:r>
          </a:p>
        </p:txBody>
      </p:sp>
    </p:spTree>
    <p:extLst>
      <p:ext uri="{BB962C8B-B14F-4D97-AF65-F5344CB8AC3E}">
        <p14:creationId xmlns:p14="http://schemas.microsoft.com/office/powerpoint/2010/main" val="167055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analytics framework enables:</a:t>
            </a:r>
          </a:p>
          <a:p>
            <a:r>
              <a:rPr lang="en-US" dirty="0"/>
              <a:t>Improved distributor performance monitoring</a:t>
            </a:r>
          </a:p>
          <a:p>
            <a:r>
              <a:rPr lang="en-US" dirty="0"/>
              <a:t>Better incentive and commission structuring</a:t>
            </a:r>
          </a:p>
          <a:p>
            <a:r>
              <a:rPr lang="en-US" dirty="0"/>
              <a:t>Strategic product focus decisions</a:t>
            </a:r>
          </a:p>
          <a:p>
            <a:r>
              <a:rPr lang="en-US" dirty="0"/>
              <a:t>Risk management through diversification analysis</a:t>
            </a:r>
          </a:p>
          <a:p>
            <a:r>
              <a:rPr lang="en-US" dirty="0"/>
              <a:t>Scalable distributor management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79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 this project, learners gain:</a:t>
            </a:r>
          </a:p>
          <a:p>
            <a:r>
              <a:rPr lang="en-US" dirty="0"/>
              <a:t>Understanding of distributor business dynamics</a:t>
            </a:r>
          </a:p>
          <a:p>
            <a:r>
              <a:rPr lang="en-US" dirty="0"/>
              <a:t>Practical exposure to financial analytics</a:t>
            </a:r>
          </a:p>
          <a:p>
            <a:r>
              <a:rPr lang="en-US" dirty="0"/>
              <a:t>Data visualization expertise using Python</a:t>
            </a:r>
          </a:p>
          <a:p>
            <a:r>
              <a:rPr lang="en-US" dirty="0"/>
              <a:t>Ability to convert data into actionable insights</a:t>
            </a:r>
          </a:p>
          <a:p>
            <a:r>
              <a:rPr lang="en-US" dirty="0"/>
              <a:t>Real-world mutual fund distribution analysis skills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2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1D demonstrates how data analytics and visualization can effectively evaluate distributor performance and business composition. The combined stacked bar chart offers a powerful summary of scale and diversification, making it an essential tool for business reviews and strategic planning.</a:t>
            </a:r>
          </a:p>
          <a:p>
            <a:r>
              <a:rPr lang="en-US" dirty="0"/>
              <a:t>This project closely aligns with real-world asset management and wealth distribution analytics.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96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0372" y="1500363"/>
            <a:ext cx="851352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Time-series AUM growth analysis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Client acquisition vs AUM productivity analysis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Commission and revenue forecasting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Power BI or Tableau dashboard integration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Automated distributor performance alerts</a:t>
            </a:r>
          </a:p>
        </p:txBody>
      </p:sp>
    </p:spTree>
    <p:extLst>
      <p:ext uri="{BB962C8B-B14F-4D97-AF65-F5344CB8AC3E}">
        <p14:creationId xmlns:p14="http://schemas.microsoft.com/office/powerpoint/2010/main" val="371414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535</Words>
  <Application>Microsoft Office PowerPoint</Application>
  <PresentationFormat>Widescreen</PresentationFormat>
  <Paragraphs>108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CIDFont+F1</vt:lpstr>
      <vt:lpstr>Office Theme</vt:lpstr>
      <vt:lpstr>Distributor Business Analytics</vt:lpstr>
      <vt:lpstr>Google Colab URL</vt:lpstr>
      <vt:lpstr>Introduction</vt:lpstr>
      <vt:lpstr>Objectives of the Project</vt:lpstr>
      <vt:lpstr>Dataset Description</vt:lpstr>
      <vt:lpstr>Business Metrics Analyzed</vt:lpstr>
      <vt:lpstr>Role of Visualization in Distributor Analytics</vt:lpstr>
      <vt:lpstr>Data Visualization</vt:lpstr>
      <vt:lpstr>Visualizations and Analytical Interpretation</vt:lpstr>
      <vt:lpstr>Data Visualization</vt:lpstr>
      <vt:lpstr>Visualizations and Analytical Interpretation</vt:lpstr>
      <vt:lpstr>Data Visualization</vt:lpstr>
      <vt:lpstr>Visualizations and Analytical Interpretation</vt:lpstr>
      <vt:lpstr>Data Visualization</vt:lpstr>
      <vt:lpstr>Visualizations and Analytical Interpretation</vt:lpstr>
      <vt:lpstr>Key Business Insights</vt:lpstr>
      <vt:lpstr>Business Impact</vt:lpstr>
      <vt:lpstr>Learning Outcomes</vt:lpstr>
      <vt:lpstr>Conclusion</vt:lpstr>
      <vt:lpstr>Future Enhancements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Distributor Business Analytics</dc:title>
  <dc:creator>KUMAR</dc:creator>
  <cp:lastModifiedBy>KUMAR</cp:lastModifiedBy>
  <cp:revision>20</cp:revision>
  <dcterms:created xsi:type="dcterms:W3CDTF">2026-01-15T14:06:05Z</dcterms:created>
  <dcterms:modified xsi:type="dcterms:W3CDTF">2026-01-18T00:42:15Z</dcterms:modified>
</cp:coreProperties>
</file>